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73000"/>
          </a:blip>
          <a:stretch>
            <a:fillRect/>
          </a:stretch>
        </p:blipFill>
        <p:spPr>
          <a:xfrm>
            <a:off x="2600325" y="280670"/>
            <a:ext cx="6991350" cy="6296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2609850" y="1457960"/>
            <a:ext cx="8590280" cy="432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diff_atten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7590155" y="3066415"/>
            <a:ext cx="1838960" cy="1012825"/>
          </a:xfrm>
          <a:prstGeom prst="rect">
            <a:avLst/>
          </a:prstGeom>
        </p:spPr>
      </p:pic>
      <p:pic>
        <p:nvPicPr>
          <p:cNvPr id="27" name="图片 5"/>
          <p:cNvPicPr>
            <a:picLocks noChangeAspect="1"/>
          </p:cNvPicPr>
          <p:nvPr/>
        </p:nvPicPr>
        <p:blipFill>
          <a:blip r:embed="rId2">
            <a:alphaModFix amt="30000"/>
          </a:blip>
          <a:srcRect l="50630"/>
          <a:stretch>
            <a:fillRect/>
          </a:stretch>
        </p:blipFill>
        <p:spPr>
          <a:xfrm>
            <a:off x="7063105" y="2557780"/>
            <a:ext cx="2934335" cy="224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untitle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005" y="1758315"/>
            <a:ext cx="6178550" cy="3441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3519170" y="1758315"/>
            <a:ext cx="7684135" cy="432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guo</dc:creator>
  <cp:lastModifiedBy>O</cp:lastModifiedBy>
  <cp:revision>7</cp:revision>
  <dcterms:created xsi:type="dcterms:W3CDTF">2023-08-09T12:44:00Z</dcterms:created>
  <dcterms:modified xsi:type="dcterms:W3CDTF">2025-10-13T21:59:58Z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
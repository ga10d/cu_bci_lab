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菱形 3"/>
          <p:cNvSpPr/>
          <p:nvPr/>
        </p:nvSpPr>
        <p:spPr>
          <a:xfrm>
            <a:off x="3218180" y="1085215"/>
            <a:ext cx="1958975" cy="738505"/>
          </a:xfrm>
          <a:prstGeom prst="diamond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3505200" y="1270000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Channel 11 </a:t>
            </a:r>
            <a:endParaRPr lang="en-US" altLang="zh-CN"/>
          </a:p>
        </p:txBody>
      </p:sp>
      <p:grpSp>
        <p:nvGrpSpPr>
          <p:cNvPr id="10" name="组合 9"/>
          <p:cNvGrpSpPr/>
          <p:nvPr/>
        </p:nvGrpSpPr>
        <p:grpSpPr>
          <a:xfrm>
            <a:off x="6199505" y="1146175"/>
            <a:ext cx="1770380" cy="614680"/>
            <a:chOff x="9122" y="1805"/>
            <a:chExt cx="2788" cy="968"/>
          </a:xfrm>
        </p:grpSpPr>
        <p:sp>
          <p:nvSpPr>
            <p:cNvPr id="7" name="矩形 6"/>
            <p:cNvSpPr/>
            <p:nvPr/>
          </p:nvSpPr>
          <p:spPr>
            <a:xfrm>
              <a:off x="9122" y="1805"/>
              <a:ext cx="2788" cy="969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9346" y="2000"/>
              <a:ext cx="216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target flash</a:t>
              </a:r>
              <a:endParaRPr lang="en-US" altLang="zh-CN"/>
            </a:p>
          </p:txBody>
        </p:sp>
      </p:grpSp>
      <p:cxnSp>
        <p:nvCxnSpPr>
          <p:cNvPr id="9" name="直接箭头连接符 8"/>
          <p:cNvCxnSpPr>
            <a:stCxn id="4" idx="3"/>
            <a:endCxn id="7" idx="1"/>
          </p:cNvCxnSpPr>
          <p:nvPr/>
        </p:nvCxnSpPr>
        <p:spPr>
          <a:xfrm flipV="1">
            <a:off x="5177155" y="1454150"/>
            <a:ext cx="1022350" cy="6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1" name="文本框 10"/>
          <p:cNvSpPr txBox="1"/>
          <p:nvPr/>
        </p:nvSpPr>
        <p:spPr>
          <a:xfrm>
            <a:off x="5177155" y="1170305"/>
            <a:ext cx="1022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value == 1</a:t>
            </a:r>
            <a:endParaRPr lang="en-US" altLang="zh-CN" sz="1400"/>
          </a:p>
        </p:txBody>
      </p:sp>
      <p:sp>
        <p:nvSpPr>
          <p:cNvPr id="12" name="菱形 11"/>
          <p:cNvSpPr/>
          <p:nvPr/>
        </p:nvSpPr>
        <p:spPr>
          <a:xfrm>
            <a:off x="3218180" y="2376170"/>
            <a:ext cx="1958975" cy="738505"/>
          </a:xfrm>
          <a:prstGeom prst="diamond">
            <a:avLst/>
          </a:prstGeom>
          <a:noFill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3" name="直接箭头连接符 12"/>
          <p:cNvCxnSpPr>
            <a:stCxn id="4" idx="2"/>
            <a:endCxn id="12" idx="0"/>
          </p:cNvCxnSpPr>
          <p:nvPr/>
        </p:nvCxnSpPr>
        <p:spPr>
          <a:xfrm>
            <a:off x="4197985" y="1823720"/>
            <a:ext cx="0" cy="552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4197985" y="1946275"/>
            <a:ext cx="1022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value == 0</a:t>
            </a:r>
            <a:endParaRPr lang="en-US" altLang="zh-CN" sz="1400"/>
          </a:p>
        </p:txBody>
      </p:sp>
      <p:sp>
        <p:nvSpPr>
          <p:cNvPr id="16" name="文本框 15"/>
          <p:cNvSpPr txBox="1"/>
          <p:nvPr/>
        </p:nvSpPr>
        <p:spPr>
          <a:xfrm>
            <a:off x="3632200" y="2561590"/>
            <a:ext cx="13855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/>
              <a:t>Channel 10 </a:t>
            </a:r>
            <a:endParaRPr lang="en-US" altLang="zh-CN"/>
          </a:p>
        </p:txBody>
      </p:sp>
      <p:grpSp>
        <p:nvGrpSpPr>
          <p:cNvPr id="17" name="组合 16"/>
          <p:cNvGrpSpPr/>
          <p:nvPr/>
        </p:nvGrpSpPr>
        <p:grpSpPr>
          <a:xfrm>
            <a:off x="6198870" y="2437765"/>
            <a:ext cx="1771015" cy="615315"/>
            <a:chOff x="9121" y="1805"/>
            <a:chExt cx="2789" cy="969"/>
          </a:xfrm>
        </p:grpSpPr>
        <p:sp>
          <p:nvSpPr>
            <p:cNvPr id="18" name="矩形 17"/>
            <p:cNvSpPr/>
            <p:nvPr/>
          </p:nvSpPr>
          <p:spPr>
            <a:xfrm>
              <a:off x="9122" y="1805"/>
              <a:ext cx="2788" cy="969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9121" y="2000"/>
              <a:ext cx="2786" cy="5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 sz="1600"/>
                <a:t>non-target flash</a:t>
              </a:r>
              <a:endParaRPr lang="en-US" altLang="zh-CN" sz="1600"/>
            </a:p>
          </p:txBody>
        </p:sp>
      </p:grpSp>
      <p:sp>
        <p:nvSpPr>
          <p:cNvPr id="20" name="文本框 19"/>
          <p:cNvSpPr txBox="1"/>
          <p:nvPr/>
        </p:nvSpPr>
        <p:spPr>
          <a:xfrm>
            <a:off x="5168265" y="2439035"/>
            <a:ext cx="1022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400"/>
              <a:t>value != 0</a:t>
            </a:r>
            <a:endParaRPr lang="en-US" altLang="zh-CN" sz="1400"/>
          </a:p>
        </p:txBody>
      </p:sp>
      <p:cxnSp>
        <p:nvCxnSpPr>
          <p:cNvPr id="22" name="直接箭头连接符 21"/>
          <p:cNvCxnSpPr>
            <a:stCxn id="12" idx="3"/>
            <a:endCxn id="18" idx="1"/>
          </p:cNvCxnSpPr>
          <p:nvPr/>
        </p:nvCxnSpPr>
        <p:spPr>
          <a:xfrm>
            <a:off x="5177155" y="2745740"/>
            <a:ext cx="1022350" cy="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grpSp>
        <p:nvGrpSpPr>
          <p:cNvPr id="23" name="组合 22"/>
          <p:cNvGrpSpPr/>
          <p:nvPr/>
        </p:nvGrpSpPr>
        <p:grpSpPr>
          <a:xfrm>
            <a:off x="3312795" y="3667125"/>
            <a:ext cx="1770380" cy="615315"/>
            <a:chOff x="9122" y="1805"/>
            <a:chExt cx="2788" cy="969"/>
          </a:xfrm>
        </p:grpSpPr>
        <p:sp>
          <p:nvSpPr>
            <p:cNvPr id="24" name="矩形 23"/>
            <p:cNvSpPr/>
            <p:nvPr/>
          </p:nvSpPr>
          <p:spPr>
            <a:xfrm>
              <a:off x="9122" y="1805"/>
              <a:ext cx="2788" cy="969"/>
            </a:xfrm>
            <a:prstGeom prst="rect">
              <a:avLst/>
            </a:prstGeom>
            <a:noFill/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5" name="文本框 24"/>
            <p:cNvSpPr txBox="1"/>
            <p:nvPr/>
          </p:nvSpPr>
          <p:spPr>
            <a:xfrm>
              <a:off x="9346" y="2000"/>
              <a:ext cx="2162" cy="5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en-US" altLang="zh-CN"/>
                <a:t>other EEG</a:t>
              </a:r>
              <a:endParaRPr lang="en-US" altLang="zh-CN"/>
            </a:p>
          </p:txBody>
        </p:sp>
      </p:grpSp>
      <p:cxnSp>
        <p:nvCxnSpPr>
          <p:cNvPr id="26" name="直接箭头连接符 25"/>
          <p:cNvCxnSpPr>
            <a:stCxn id="12" idx="2"/>
            <a:endCxn id="24" idx="0"/>
          </p:cNvCxnSpPr>
          <p:nvPr/>
        </p:nvCxnSpPr>
        <p:spPr>
          <a:xfrm>
            <a:off x="4197985" y="3114675"/>
            <a:ext cx="0" cy="5524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4197985" y="3145155"/>
            <a:ext cx="102235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1400"/>
              <a:t>value == 0</a:t>
            </a:r>
            <a:endParaRPr lang="en-US" altLang="zh-CN" sz="140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</Words>
  <Application>WPS 演示</Application>
  <PresentationFormat>宽屏</PresentationFormat>
  <Paragraphs>18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O</cp:lastModifiedBy>
  <cp:revision>157</cp:revision>
  <dcterms:created xsi:type="dcterms:W3CDTF">2019-06-19T02:08:00Z</dcterms:created>
  <dcterms:modified xsi:type="dcterms:W3CDTF">2025-10-13T20:52:52Z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25900928B01345AA97991587E7DD3B2A_11</vt:lpwstr>
  </property>
</Properties>
</file>